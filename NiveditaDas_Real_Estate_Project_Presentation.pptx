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B16B5E-F70B-4903-AFD7-043461A132D3}" v="6" dt="2026-05-08T13:00:09.6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vedita Das" userId="0db932b7e2c6140a" providerId="LiveId" clId="{2A0FE8E5-6510-4721-B901-FE11D0D4DACE}"/>
    <pc:docChg chg="custSel addSld delSld modSld">
      <pc:chgData name="Nivedita Das" userId="0db932b7e2c6140a" providerId="LiveId" clId="{2A0FE8E5-6510-4721-B901-FE11D0D4DACE}" dt="2026-05-08T13:00:09.649" v="100"/>
      <pc:docMkLst>
        <pc:docMk/>
      </pc:docMkLst>
      <pc:sldChg chg="del">
        <pc:chgData name="Nivedita Das" userId="0db932b7e2c6140a" providerId="LiveId" clId="{2A0FE8E5-6510-4721-B901-FE11D0D4DACE}" dt="2026-05-08T12:55:29.521" v="23" actId="2696"/>
        <pc:sldMkLst>
          <pc:docMk/>
          <pc:sldMk cId="0" sldId="256"/>
        </pc:sldMkLst>
      </pc:sldChg>
      <pc:sldChg chg="modSp mod">
        <pc:chgData name="Nivedita Das" userId="0db932b7e2c6140a" providerId="LiveId" clId="{2A0FE8E5-6510-4721-B901-FE11D0D4DACE}" dt="2026-05-08T12:55:35.706" v="24" actId="20577"/>
        <pc:sldMkLst>
          <pc:docMk/>
          <pc:sldMk cId="0" sldId="257"/>
        </pc:sldMkLst>
        <pc:spChg chg="mod">
          <ac:chgData name="Nivedita Das" userId="0db932b7e2c6140a" providerId="LiveId" clId="{2A0FE8E5-6510-4721-B901-FE11D0D4DACE}" dt="2026-05-08T12:55:35.706" v="2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5-08T12:55:45.042" v="32" actId="20577"/>
        <pc:sldMkLst>
          <pc:docMk/>
          <pc:sldMk cId="0" sldId="258"/>
        </pc:sldMkLst>
        <pc:spChg chg="mod">
          <ac:chgData name="Nivedita Das" userId="0db932b7e2c6140a" providerId="LiveId" clId="{2A0FE8E5-6510-4721-B901-FE11D0D4DACE}" dt="2026-05-08T12:55:45.042" v="32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5-08T12:56:03.496" v="42" actId="20577"/>
        <pc:sldMkLst>
          <pc:docMk/>
          <pc:sldMk cId="0" sldId="260"/>
        </pc:sldMkLst>
        <pc:spChg chg="mod">
          <ac:chgData name="Nivedita Das" userId="0db932b7e2c6140a" providerId="LiveId" clId="{2A0FE8E5-6510-4721-B901-FE11D0D4DACE}" dt="2026-05-08T12:56:03.496" v="42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5-08T12:56:12.313" v="50" actId="20577"/>
        <pc:sldMkLst>
          <pc:docMk/>
          <pc:sldMk cId="0" sldId="261"/>
        </pc:sldMkLst>
        <pc:spChg chg="mod">
          <ac:chgData name="Nivedita Das" userId="0db932b7e2c6140a" providerId="LiveId" clId="{2A0FE8E5-6510-4721-B901-FE11D0D4DACE}" dt="2026-05-08T12:56:12.313" v="50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5-08T12:56:19.538" v="55" actId="20577"/>
        <pc:sldMkLst>
          <pc:docMk/>
          <pc:sldMk cId="0" sldId="262"/>
        </pc:sldMkLst>
        <pc:spChg chg="mod">
          <ac:chgData name="Nivedita Das" userId="0db932b7e2c6140a" providerId="LiveId" clId="{2A0FE8E5-6510-4721-B901-FE11D0D4DACE}" dt="2026-05-08T12:56:19.538" v="55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5-08T12:56:29.004" v="56" actId="20577"/>
        <pc:sldMkLst>
          <pc:docMk/>
          <pc:sldMk cId="0" sldId="263"/>
        </pc:sldMkLst>
        <pc:spChg chg="mod">
          <ac:chgData name="Nivedita Das" userId="0db932b7e2c6140a" providerId="LiveId" clId="{2A0FE8E5-6510-4721-B901-FE11D0D4DACE}" dt="2026-05-08T12:56:29.004" v="56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5-08T12:56:37.215" v="64" actId="20577"/>
        <pc:sldMkLst>
          <pc:docMk/>
          <pc:sldMk cId="0" sldId="264"/>
        </pc:sldMkLst>
        <pc:spChg chg="mod">
          <ac:chgData name="Nivedita Das" userId="0db932b7e2c6140a" providerId="LiveId" clId="{2A0FE8E5-6510-4721-B901-FE11D0D4DACE}" dt="2026-05-08T12:56:37.215" v="64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5-08T12:57:01.091" v="82" actId="20577"/>
        <pc:sldMkLst>
          <pc:docMk/>
          <pc:sldMk cId="0" sldId="265"/>
        </pc:sldMkLst>
        <pc:spChg chg="mod">
          <ac:chgData name="Nivedita Das" userId="0db932b7e2c6140a" providerId="LiveId" clId="{2A0FE8E5-6510-4721-B901-FE11D0D4DACE}" dt="2026-05-08T12:57:01.091" v="82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Nivedita Das" userId="0db932b7e2c6140a" providerId="LiveId" clId="{2A0FE8E5-6510-4721-B901-FE11D0D4DACE}" dt="2026-05-08T12:57:31.750" v="87" actId="5793"/>
        <pc:sldMkLst>
          <pc:docMk/>
          <pc:sldMk cId="0" sldId="266"/>
        </pc:sldMkLst>
        <pc:spChg chg="mod">
          <ac:chgData name="Nivedita Das" userId="0db932b7e2c6140a" providerId="LiveId" clId="{2A0FE8E5-6510-4721-B901-FE11D0D4DACE}" dt="2026-05-08T12:57:31.750" v="87" actId="5793"/>
          <ac:spMkLst>
            <pc:docMk/>
            <pc:sldMk cId="0" sldId="266"/>
            <ac:spMk id="3" creationId="{00000000-0000-0000-0000-000000000000}"/>
          </ac:spMkLst>
        </pc:spChg>
      </pc:sldChg>
      <pc:sldChg chg="modSp new mod">
        <pc:chgData name="Nivedita Das" userId="0db932b7e2c6140a" providerId="LiveId" clId="{2A0FE8E5-6510-4721-B901-FE11D0D4DACE}" dt="2026-05-08T12:55:24.739" v="22" actId="20577"/>
        <pc:sldMkLst>
          <pc:docMk/>
          <pc:sldMk cId="2282175369" sldId="267"/>
        </pc:sldMkLst>
        <pc:spChg chg="mod">
          <ac:chgData name="Nivedita Das" userId="0db932b7e2c6140a" providerId="LiveId" clId="{2A0FE8E5-6510-4721-B901-FE11D0D4DACE}" dt="2026-05-08T12:55:16.037" v="4" actId="113"/>
          <ac:spMkLst>
            <pc:docMk/>
            <pc:sldMk cId="2282175369" sldId="267"/>
            <ac:spMk id="2" creationId="{BFB0C7A7-0D07-7EF9-8DCF-DD32B41D937A}"/>
          </ac:spMkLst>
        </pc:spChg>
        <pc:spChg chg="mod">
          <ac:chgData name="Nivedita Das" userId="0db932b7e2c6140a" providerId="LiveId" clId="{2A0FE8E5-6510-4721-B901-FE11D0D4DACE}" dt="2026-05-08T12:55:24.739" v="22" actId="20577"/>
          <ac:spMkLst>
            <pc:docMk/>
            <pc:sldMk cId="2282175369" sldId="267"/>
            <ac:spMk id="3" creationId="{0FD1E7ED-88F9-CFBD-7568-949704164892}"/>
          </ac:spMkLst>
        </pc:spChg>
      </pc:sldChg>
      <pc:sldChg chg="modSp new mod">
        <pc:chgData name="Nivedita Das" userId="0db932b7e2c6140a" providerId="LiveId" clId="{2A0FE8E5-6510-4721-B901-FE11D0D4DACE}" dt="2026-05-08T13:00:09.649" v="100"/>
        <pc:sldMkLst>
          <pc:docMk/>
          <pc:sldMk cId="1459223895" sldId="268"/>
        </pc:sldMkLst>
        <pc:spChg chg="mod">
          <ac:chgData name="Nivedita Das" userId="0db932b7e2c6140a" providerId="LiveId" clId="{2A0FE8E5-6510-4721-B901-FE11D0D4DACE}" dt="2026-05-08T13:00:09.649" v="100"/>
          <ac:spMkLst>
            <pc:docMk/>
            <pc:sldMk cId="1459223895" sldId="268"/>
            <ac:spMk id="2" creationId="{449FC19B-A764-321F-2919-1882C1478C75}"/>
          </ac:spMkLst>
        </pc:spChg>
        <pc:spChg chg="mod">
          <ac:chgData name="Nivedita Das" userId="0db932b7e2c6140a" providerId="LiveId" clId="{2A0FE8E5-6510-4721-B901-FE11D0D4DACE}" dt="2026-05-08T12:59:34.056" v="99" actId="255"/>
          <ac:spMkLst>
            <pc:docMk/>
            <pc:sldMk cId="1459223895" sldId="268"/>
            <ac:spMk id="3" creationId="{2E4B3F8B-A65C-1350-0D8D-C0201BC998D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C7A7-0D07-7EF9-8DCF-DD32B41D93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REAL ESTATE INVESTMENT ADVISOR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1E7ED-88F9-CFBD-7568-9497041648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Name: Nivedita Das</a:t>
            </a:r>
          </a:p>
        </p:txBody>
      </p:sp>
    </p:spTree>
    <p:extLst>
      <p:ext uri="{BB962C8B-B14F-4D97-AF65-F5344CB8AC3E}">
        <p14:creationId xmlns:p14="http://schemas.microsoft.com/office/powerpoint/2010/main" val="228217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Classify: Good Investment or Not</a:t>
            </a:r>
            <a:endParaRPr lang="en-IN" dirty="0"/>
          </a:p>
          <a:p>
            <a:endParaRPr dirty="0"/>
          </a:p>
          <a:p>
            <a:r>
              <a:rPr dirty="0"/>
              <a:t>Predict: Property price after 5 years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Help investors make decisions</a:t>
            </a:r>
          </a:p>
          <a:p>
            <a:r>
              <a:rPr dirty="0"/>
              <a:t>Identify high-return properties</a:t>
            </a:r>
          </a:p>
          <a:p>
            <a:r>
              <a:rPr dirty="0"/>
              <a:t>Automate analysis</a:t>
            </a:r>
          </a:p>
          <a:p>
            <a:r>
              <a:rPr dirty="0"/>
              <a:t>Build trust with data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C19B-A764-321F-2919-1882C1478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Project 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B3F8B-A65C-1350-0D8D-C0201BC99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5600" dirty="0"/>
              <a:t>Create a proper project folder structure. </a:t>
            </a:r>
          </a:p>
          <a:p>
            <a:endParaRPr lang="en-IN" sz="5600" dirty="0"/>
          </a:p>
          <a:p>
            <a:pPr marL="0" indent="0" latinLnBrk="1">
              <a:buNone/>
            </a:pPr>
            <a:r>
              <a:rPr lang="en-US" sz="5600" dirty="0"/>
              <a:t> </a:t>
            </a:r>
            <a:r>
              <a:rPr lang="en-US" sz="5600" dirty="0" err="1"/>
              <a:t>real_estate_project</a:t>
            </a:r>
            <a:r>
              <a:rPr lang="en-US" sz="5600" dirty="0"/>
              <a:t>/</a:t>
            </a:r>
            <a:br>
              <a:rPr lang="en-US" sz="5600" dirty="0"/>
            </a:br>
            <a:r>
              <a:rPr lang="en-US" sz="5600" dirty="0"/>
              <a:t>│</a:t>
            </a:r>
            <a:br>
              <a:rPr lang="en-US" sz="5600" dirty="0"/>
            </a:br>
            <a:r>
              <a:rPr lang="en-US" sz="5600" dirty="0"/>
              <a:t>├── data/</a:t>
            </a:r>
            <a:br>
              <a:rPr lang="en-US" sz="5600" dirty="0"/>
            </a:br>
            <a:r>
              <a:rPr lang="en-US" sz="5600" dirty="0"/>
              <a:t>│   ├── raw/</a:t>
            </a:r>
            <a:br>
              <a:rPr lang="en-US" sz="5600" dirty="0"/>
            </a:br>
            <a:r>
              <a:rPr lang="en-US" sz="5600" dirty="0"/>
              <a:t>│   ├── processed/</a:t>
            </a:r>
            <a:br>
              <a:rPr lang="en-US" sz="5600" dirty="0"/>
            </a:br>
            <a:r>
              <a:rPr lang="en-US" sz="5600" dirty="0"/>
              <a:t>│</a:t>
            </a:r>
            <a:br>
              <a:rPr lang="en-US" sz="5600" dirty="0"/>
            </a:br>
            <a:r>
              <a:rPr lang="en-US" sz="5600" dirty="0"/>
              <a:t>├── notebooks/</a:t>
            </a:r>
            <a:br>
              <a:rPr lang="en-US" sz="5600" dirty="0"/>
            </a:br>
            <a:r>
              <a:rPr lang="en-US" sz="5600" dirty="0"/>
              <a:t>│   ├── </a:t>
            </a:r>
            <a:r>
              <a:rPr lang="en-US" sz="5600" dirty="0" err="1"/>
              <a:t>eda.ipynb</a:t>
            </a:r>
            <a:br>
              <a:rPr lang="en-US" sz="5600" dirty="0"/>
            </a:br>
            <a:r>
              <a:rPr lang="en-US" sz="5600" dirty="0"/>
              <a:t>│   ├── model_training.ipynb</a:t>
            </a:r>
            <a:br>
              <a:rPr lang="en-US" sz="5600" dirty="0"/>
            </a:br>
            <a:r>
              <a:rPr lang="en-US" sz="5600" dirty="0"/>
              <a:t>│</a:t>
            </a:r>
            <a:br>
              <a:rPr lang="en-US" sz="5600" dirty="0"/>
            </a:br>
            <a:r>
              <a:rPr lang="en-US" sz="5600" dirty="0"/>
              <a:t>├── </a:t>
            </a:r>
            <a:r>
              <a:rPr lang="en-US" sz="5600" dirty="0" err="1"/>
              <a:t>src</a:t>
            </a:r>
            <a:r>
              <a:rPr lang="en-US" sz="5600" dirty="0"/>
              <a:t>/</a:t>
            </a:r>
            <a:br>
              <a:rPr lang="en-US" sz="5600" dirty="0"/>
            </a:br>
            <a:r>
              <a:rPr lang="en-US" sz="5600" dirty="0"/>
              <a:t>│   ├── preprocessing.py</a:t>
            </a:r>
            <a:br>
              <a:rPr lang="en-US" sz="5600" dirty="0"/>
            </a:br>
            <a:r>
              <a:rPr lang="en-US" sz="5600" dirty="0"/>
              <a:t>│   ├── feature_engineering.py</a:t>
            </a:r>
            <a:br>
              <a:rPr lang="en-US" sz="5600" dirty="0"/>
            </a:br>
            <a:r>
              <a:rPr lang="en-US" sz="5600" dirty="0"/>
              <a:t>│   ├── train_classification.py</a:t>
            </a:r>
            <a:br>
              <a:rPr lang="en-US" sz="5600" dirty="0"/>
            </a:br>
            <a:r>
              <a:rPr lang="en-US" sz="5600" dirty="0"/>
              <a:t>│   ├── train_regression.py</a:t>
            </a:r>
            <a:br>
              <a:rPr lang="en-US" sz="5600" dirty="0"/>
            </a:br>
            <a:r>
              <a:rPr lang="en-US" sz="5600" dirty="0"/>
              <a:t>│   ├── utils.py</a:t>
            </a:r>
            <a:br>
              <a:rPr lang="en-US" sz="5600" dirty="0"/>
            </a:br>
            <a:r>
              <a:rPr lang="en-US" sz="5600" dirty="0"/>
              <a:t>│</a:t>
            </a:r>
            <a:br>
              <a:rPr lang="en-US" sz="5600" dirty="0"/>
            </a:br>
            <a:r>
              <a:rPr lang="en-US" sz="5600" dirty="0"/>
              <a:t>├── models/</a:t>
            </a:r>
            <a:br>
              <a:rPr lang="en-US" sz="5600" dirty="0"/>
            </a:br>
            <a:r>
              <a:rPr lang="en-US" sz="5600" dirty="0"/>
              <a:t>│</a:t>
            </a:r>
            <a:br>
              <a:rPr lang="en-US" sz="5600" dirty="0"/>
            </a:br>
            <a:r>
              <a:rPr lang="en-US" sz="5600" dirty="0"/>
              <a:t>├── app/</a:t>
            </a:r>
            <a:br>
              <a:rPr lang="en-US" sz="5600" dirty="0"/>
            </a:br>
            <a:r>
              <a:rPr lang="en-US" sz="5600" dirty="0"/>
              <a:t>│   ├── streamlit_app.py</a:t>
            </a:r>
            <a:br>
              <a:rPr lang="en-US" sz="5600" dirty="0"/>
            </a:br>
            <a:r>
              <a:rPr lang="en-US" sz="5600" dirty="0"/>
              <a:t>│</a:t>
            </a:r>
            <a:br>
              <a:rPr lang="en-US" sz="5600" dirty="0"/>
            </a:br>
            <a:r>
              <a:rPr lang="en-US" sz="5600" dirty="0"/>
              <a:t>├── </a:t>
            </a:r>
            <a:r>
              <a:rPr lang="en-US" sz="5600" dirty="0" err="1"/>
              <a:t>mlruns</a:t>
            </a:r>
            <a:r>
              <a:rPr lang="en-US" sz="5600" dirty="0"/>
              <a:t>/</a:t>
            </a:r>
            <a:br>
              <a:rPr lang="en-US" sz="5600" dirty="0"/>
            </a:br>
            <a:r>
              <a:rPr lang="en-US" sz="5600" dirty="0"/>
              <a:t>│</a:t>
            </a:r>
            <a:br>
              <a:rPr lang="en-US" sz="5600" dirty="0"/>
            </a:br>
            <a:r>
              <a:rPr lang="en-US" sz="5600" dirty="0"/>
              <a:t>├── requirements.txt</a:t>
            </a:r>
            <a:br>
              <a:rPr lang="en-US" sz="5600" dirty="0"/>
            </a:br>
            <a:r>
              <a:rPr lang="en-US" sz="5600" dirty="0"/>
              <a:t>│</a:t>
            </a:r>
            <a:br>
              <a:rPr lang="en-US" sz="5600" dirty="0"/>
            </a:br>
            <a:r>
              <a:rPr lang="en-US" sz="5600" dirty="0"/>
              <a:t>└── README.md</a:t>
            </a:r>
            <a:endParaRPr lang="en-IN" sz="5600" dirty="0"/>
          </a:p>
          <a:p>
            <a:pPr marL="0" indent="0">
              <a:buNone/>
            </a:pPr>
            <a:endParaRPr lang="en-IN" sz="5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9223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City, Location, BHK, Size, Price, Amenities, Schools, Hospitals,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Handle missing values</a:t>
            </a:r>
          </a:p>
          <a:p>
            <a:r>
              <a:rPr dirty="0"/>
              <a:t>Encode categorical variables</a:t>
            </a:r>
          </a:p>
          <a:p>
            <a:r>
              <a:rPr dirty="0"/>
              <a:t>Feature scaling</a:t>
            </a:r>
            <a:endParaRPr lang="en-IN" dirty="0"/>
          </a:p>
          <a:p>
            <a:r>
              <a:rPr dirty="0"/>
              <a:t> Feature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Price distribution</a:t>
            </a:r>
          </a:p>
          <a:p>
            <a:r>
              <a:rPr dirty="0"/>
              <a:t>City-wise trends</a:t>
            </a:r>
          </a:p>
          <a:p>
            <a:r>
              <a:rPr dirty="0"/>
              <a:t>Correlation analysis</a:t>
            </a:r>
          </a:p>
          <a:p>
            <a:r>
              <a:rPr dirty="0"/>
              <a:t>Outlier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Classification: Logistic Regression / Random Forest</a:t>
            </a:r>
            <a:endParaRPr lang="en-IN" dirty="0"/>
          </a:p>
          <a:p>
            <a:endParaRPr dirty="0"/>
          </a:p>
          <a:p>
            <a:r>
              <a:rPr dirty="0"/>
              <a:t>Regression: Linear Regression / </a:t>
            </a:r>
            <a:r>
              <a:rPr dirty="0" err="1"/>
              <a:t>XGBoost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Classification: Accuracy, F1-score</a:t>
            </a:r>
            <a:endParaRPr lang="en-IN" dirty="0"/>
          </a:p>
          <a:p>
            <a:endParaRPr dirty="0"/>
          </a:p>
          <a:p>
            <a:r>
              <a:rPr dirty="0"/>
              <a:t>Regression: RMSE, R2 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KPI Cards (Avg Price, Max Price)</a:t>
            </a:r>
          </a:p>
          <a:p>
            <a:r>
              <a:rPr dirty="0"/>
              <a:t>City-wise price map</a:t>
            </a:r>
          </a:p>
          <a:p>
            <a:r>
              <a:rPr dirty="0"/>
              <a:t>Filters (City, BHK)</a:t>
            </a:r>
          </a:p>
          <a:p>
            <a:r>
              <a:rPr dirty="0"/>
              <a:t>Trend charts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input form</a:t>
            </a:r>
            <a:endParaRPr lang="en-IN" dirty="0"/>
          </a:p>
          <a:p>
            <a:endParaRPr dirty="0"/>
          </a:p>
          <a:p>
            <a:r>
              <a:rPr dirty="0"/>
              <a:t>Predict investment &amp; price</a:t>
            </a:r>
            <a:endParaRPr lang="en-IN" dirty="0"/>
          </a:p>
          <a:p>
            <a:endParaRPr lang="en-IN" dirty="0"/>
          </a:p>
          <a:p>
            <a:r>
              <a:rPr lang="en-IN" dirty="0"/>
              <a:t>Visual</a:t>
            </a:r>
            <a:r>
              <a:rPr dirty="0"/>
              <a:t>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ML-based system improves real estate investment decisions</a:t>
            </a:r>
            <a:endParaRPr lang="en-IN" dirty="0"/>
          </a:p>
          <a:p>
            <a:endParaRPr lang="en-IN" dirty="0"/>
          </a:p>
          <a:p>
            <a:r>
              <a:rPr lang="en-US" dirty="0"/>
              <a:t>Following the project's completion:</a:t>
            </a:r>
          </a:p>
          <a:p>
            <a:pPr lvl="1"/>
            <a:r>
              <a:rPr lang="en-US" dirty="0"/>
              <a:t>Property growth is predictable.</a:t>
            </a:r>
          </a:p>
          <a:p>
            <a:pPr lvl="1"/>
            <a:r>
              <a:rPr lang="en-US" dirty="0"/>
              <a:t>Able to recognize beneficial investments.</a:t>
            </a:r>
          </a:p>
          <a:p>
            <a:pPr lvl="1"/>
            <a:r>
              <a:rPr lang="en-US" dirty="0"/>
              <a:t>Created a complete machine learning system.</a:t>
            </a:r>
          </a:p>
          <a:p>
            <a:pPr marL="0" indent="0">
              <a:buNone/>
            </a:pP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314</Words>
  <Application>Microsoft Office PowerPoint</Application>
  <PresentationFormat>On-screen Show (4:3)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REAL ESTATE INVESTMENT ADVISOR </vt:lpstr>
      <vt:lpstr>Problem Statement</vt:lpstr>
      <vt:lpstr>Business Use Cases</vt:lpstr>
      <vt:lpstr>Setup Project Structure</vt:lpstr>
      <vt:lpstr>Dataset Features</vt:lpstr>
      <vt:lpstr>Data Preprocessing</vt:lpstr>
      <vt:lpstr>EDA Insights</vt:lpstr>
      <vt:lpstr>Machine Learning Models</vt:lpstr>
      <vt:lpstr>Evaluation Metrics</vt:lpstr>
      <vt:lpstr>Power BI Dashboard</vt:lpstr>
      <vt:lpstr>Streamlit App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Nivedita Das</cp:lastModifiedBy>
  <cp:revision>1</cp:revision>
  <dcterms:created xsi:type="dcterms:W3CDTF">2013-01-27T09:14:16Z</dcterms:created>
  <dcterms:modified xsi:type="dcterms:W3CDTF">2026-05-08T13:00:16Z</dcterms:modified>
  <cp:category/>
</cp:coreProperties>
</file>